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1722" y="-20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4:22:16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331 314 24575,'1'-11'0,"0"1"0,0 0 0,1 0 0,1 0 0,-1 0 0,2 1 0,-1-1 0,1 1 0,8-14 0,-1 5 0,0 1 0,2 0 0,23-25 0,-34 40 0,1 0 0,-1 0 0,1 1 0,-1-1 0,1 1 0,-1-1 0,1 1 0,0 0 0,0 0 0,0 0 0,0 1 0,0-1 0,0 1 0,0-1 0,0 1 0,0 0 0,0 0 0,0 1 0,0-1 0,-1 0 0,1 1 0,0 0 0,0 0 0,0 0 0,0 0 0,0 0 0,-1 0 0,1 1 0,-1-1 0,4 4 0,7 3 0,-1 0 0,0 2 0,-1-1 0,17 19 0,-14-15 0,1 0 0,0-1 0,32 18 0,-9-6 0,-26-14 0,1-1 0,0-1 0,0 0 0,1-1 0,0 0 0,1-1 0,-1-1 0,17 4 0,-28-9 0,0-1 0,-1 1 0,1-1 0,0 1 0,0-1 0,-1 0 0,1 0 0,-1 0 0,1-1 0,-1 1 0,1-1 0,-1 1 0,0-1 0,0 0 0,0 0 0,0 0 0,0 0 0,0 0 0,0 0 0,-1 0 0,3-4 0,33-62 0,-28 49 0,23-54 0,-26 56 0,1 0 0,0 0 0,2 1 0,0 0 0,0 0 0,14-15 0,-23 30 0,0 1 0,0 0 0,0-1 0,1 1 0,-1 0 0,0 0 0,0-1 0,1 1 0,-1 0 0,0 0 0,0-1 0,1 1 0,-1 0 0,0 0 0,0 0 0,1-1 0,-1 1 0,0 0 0,1 0 0,-1 0 0,0 0 0,1 0 0,-1 0 0,1 0 0,-1 0 0,0 0 0,1 0 0,-1 0 0,0 0 0,1 0 0,-1 0 0,0 0 0,1 0 0,-1 0 0,0 0 0,1 0 0,-1 1 0,0-1 0,1 0 0,-1 0 0,7 18 0,-4 23 0,-3-40 0,0 22 0,0-1 0,-1 1 0,-2-1 0,0 0 0,-2 0 0,-11 37 0,6-25 0,2 0 0,-5 41 0,13-72 0,-8 42 0,-2 0 0,-2 0 0,-2-1 0,-2-1 0,-24 45 0,32-74 0,-1-1 0,0 0 0,-1-1 0,-1 0 0,0-1 0,-15 13 0,-19 9 0,-58 32 0,65-43 0,13-7 0,0-2 0,-30 12 0,10-4 0,36-15 0,-1-1 0,0-1 0,-21 7 0,-18 2 0,-1-3 0,0-2 0,0-2 0,-57-1 0,87-5 0,12 0 0,-1 1 0,0-2 0,0 1 0,1-1 0,-1-1 0,-13-3 0,19 3 0,0 1 0,0-1 0,1 1 0,-1-1 0,0 0 0,1 0 0,-1-1 0,1 1 0,0 0 0,0-1 0,0 1 0,0-1 0,0 0 0,1 0 0,-1 0 0,1 0 0,-1 0 0,1 0 0,0 0 0,0 0 0,0-6 0,-2-3 0,1-1 0,1 0 0,0 0 0,0 0 0,2 0 0,-1 0 0,2 0 0,2-12 0,5-9 0,21-54 0,-25 76 0,4-10 0,2 1 0,1 0 0,1 0 0,0 1 0,2 1 0,0 0 0,19-17 0,-12 17 0,1 1 0,0 1 0,2 1 0,35-18 0,-54 30 0,10-3 0,0 1 0,-1 0 0,2 1 0,-1 1 0,1 1 0,-1 0 0,1 1 0,0 1 0,30 1 0,25-3 0,-9-7 0,-45 6 0,0 1 0,27-1 0,-23 4 0,11-1 0,0 1 0,55 9 0,-76-7 0,-1 1 0,0 0 0,-1 1 0,1 0 0,-1 1 0,1 0 0,-2 0 0,1 1 0,0 0 0,-1 1 0,14 13 0,-13-9 0,0 1 0,0 1 0,-2 0 0,9 15 0,-9-15 0,0 1 0,1-1 0,1 0 0,11 12 0,-14-19 0,0 0 0,1-1 0,-1 0 0,1 0 0,0 0 0,0-1 0,0 0 0,1-1 0,-1 0 0,1 0 0,0-1 0,13 2 0,1-1 0,0-2 0,-1-1 0,44-4 0,-45 0 0,-1-1 0,1 0 0,-1-1 0,0-2 0,0 0 0,-1-1 0,20-12 0,-23 13 0,0 1 0,1 1 0,-1 1 0,26-6 0,38-12 0,-69 19 0,0-2 0,0 1 0,0-1 0,-1-1 0,0 0 0,0-1 0,15-15 0,-9 5 0,-1-1 0,-1 0 0,13-23 0,-19 30 0,-1-1 0,-1 1 0,0-1 0,0-1 0,-1 1 0,-1-1 0,4-18 0,-8 29 0,0 0 0,1 0 0,-1 0 0,-1-1 0,1 1 0,0 0 0,-1 0 0,1 0 0,-1 0 0,0 0 0,0 0 0,0 0 0,0 1 0,-1-1 0,1 0 0,-3-3 0,1 4 0,1-1 0,-1 1 0,0 0 0,0 0 0,-1 0 0,1 0 0,0 0 0,0 0 0,-1 1 0,1 0 0,-1 0 0,0 0 0,1 0 0,-1 0 0,0 1 0,-6-1 0,-11-1 0,-1 2 0,1 0 0,-1 1 0,1 1 0,-42 9 0,50-7 0,0 0 0,0 1 0,1 1 0,0 0 0,0 1 0,0 0 0,1 1 0,0 0 0,0 0 0,-13 16 0,-68 68 0,74-73 0,2 2 0,0 0 0,2 0 0,-22 43 0,-14 9 0,41-57 0,-10 18 0,1 0 0,2 1 0,1 1 0,2 1 0,1 0 0,-7 43 0,2 2 0,10-53 0,-5 49 0,12-77 0,0 0 0,0 1 0,0-1 0,0 0 0,0 1 0,0-1 0,1 0 0,-1 1 0,0-1 0,1 0 0,-1 0 0,1 0 0,-1 1 0,1-1 0,0 0 0,0 0 0,-1 0 0,1 0 0,0 0 0,0 0 0,0 0 0,0-1 0,0 1 0,2 1 0,1 0 0,-1 0 0,1-1 0,0 1 0,0-1 0,0 0 0,0 0 0,0-1 0,5 1 0,8 0 0,0-1 0,31-4 0,-47 4 0,17-4 0,1 0 0,26-9 0,-31 8 0,1 0 0,-1 1 0,1 1 0,30-2 0,-33 4 0,27 1 0,71-11 0,-14 1 0,-68 8 0,0-1 0,51-12 0,-26 2 0,68-7 0,-106 17 0,161-32 0,32-7 0,76-18 0,-193 46 0,-67 12 0,0-1 0,27-8 0,-11 2 0,53-5 0,-54 9 0,63-17 0,50-14 0,-121 26 0,1 2 0,52-6 0,-52 10 0,-1-2 0,59-18 0,-75 20 0,1 0 0,-1 0 0,22-1 0,18-3 0,85-16 0,-107 19 0,0-2 0,-1 0 0,0-3 0,32-13 0,-31 11 0,60-15 0,-61 19 0,152-53 0,-114 42 0,-41 13 0,-1-2 0,35-15 0,-36 13 0,45-12 0,-51 17 0,0-1 0,0-1 0,-1-1 0,26-13 0,-29 13 0,1 1 0,0 0 0,0 1 0,0 2 0,22-4 0,7-2 0,-6 1 0,-25 6 0,0-1 0,0 0 0,24-10 0,-16 5 34,0 1-1,0 1 0,49-6 1,-43 8-534,0-1 1,29-10-1,-46 11-6326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4:22:2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1 548 24575,'2'0'0,"-1"0"0,1 1 0,0-1 0,0 1 0,-1 0 0,1 0 0,0-1 0,-1 1 0,1 0 0,-1 1 0,1-1 0,-1 0 0,1 0 0,-1 0 0,0 1 0,0-1 0,1 1 0,-1-1 0,0 1 0,0 0 0,-1-1 0,1 1 0,0 0 0,0-1 0,-1 1 0,1 0 0,-1 0 0,0 0 0,1 2 0,5 55 0,-6-58 0,2 43 0,10 63 0,-5-33 0,-6-52 0,1 0 0,6 27 0,-5-31 0,0 0 0,0 31 0,-3-55 0,-2-27 0,3 0 0,1-1 0,8-46 0,0 35 0,-2 0 0,-2-1 0,-1-75 0,-5 113 0,0 0 0,1 1 0,0-1 0,0 0 0,1 1 0,-1-1 0,2 1 0,-1-1 0,1 1 0,0 0 0,1 0 0,-1 0 0,10-11 0,-10 14 0,2-1 0,-1 1 0,0 0 0,1 0 0,0 1 0,0-1 0,0 1 0,0 0 0,0 0 0,1 1 0,-1 0 0,1 0 0,0 0 0,0 1 0,0-1 0,-1 1 0,1 1 0,7-1 0,-5 0 0,-1 1 0,1 0 0,-1 0 0,1 1 0,-1 0 0,0 1 0,1-1 0,-1 1 0,8 4 0,-10-4 0,-1 1 0,0 0 0,-1 0 0,1 0 0,-1 0 0,1 0 0,-1 1 0,0 0 0,0 0 0,0 0 0,-1 0 0,1 0 0,-1 0 0,0 1 0,2 6 0,2 4 0,0 1 0,-1 0 0,6 31 0,-10-40 0,-1-1 0,0 1 0,0-1 0,0 0 0,-1 1 0,0-1 0,0 0 0,-1 1 0,0-1 0,0 0 0,0 0 0,-1-1 0,-5 9 0,-1-1 0,0 0 0,-1-1 0,-1-1 0,0 0 0,-1 0 0,0-1 0,0 0 0,-18 9 0,24-16 0,0 0 0,0 0 0,0-1 0,0 0 0,-1 0 0,1-1 0,-1 0 0,1 0 0,-1 0 0,0-1 0,1 0 0,-1 0 0,-8-2 0,15 2 0,0 0 0,-1 0 0,1 0 0,0 0 0,-1 0 0,1 0 0,0 0 0,-1 0 0,1 0 0,0 0 0,-1 0 0,1 0 0,0 0 0,-1 0 0,1-1 0,0 1 0,-1 0 0,1 0 0,0 0 0,-1-1 0,1 1 0,0 0 0,0 0 0,0-1 0,-1 1 0,1 0 0,0-1 0,0 1 0,0 0 0,-1 0 0,1-1 0,0 1 0,0 0 0,0-1 0,0 1 0,0-1 0,0 1 0,0-1 0,10-11 0,21-5 0,-24 15 0,-1 0 0,1 1 0,-1-1 0,1 1 0,0 1 0,0 0 0,0 0 0,-1 0 0,1 0 0,0 1 0,0 0 0,-1 1 0,1 0 0,-1 0 0,1 0 0,-1 1 0,0-1 0,0 2 0,0-1 0,0 1 0,9 7 0,-11-7 0,0 0 0,0 0 0,1-1 0,-1 1 0,1-1 0,-1 0 0,1 0 0,0-1 0,0 1 0,1-1 0,-1 0 0,0-1 0,1 1 0,-1-1 0,1 0 0,-1-1 0,1 1 0,0-1 0,6-1 0,3-1 0,1-2 0,-1 0 0,0-1 0,0-1 0,20-11 0,-30 16 0,22-11 0,1 2 0,0 1 0,0 1 0,1 1 0,0 2 0,34-2 0,-63 6 0,0 1 0,0-1 0,0 1 0,0-1 0,0 0 0,0 1 0,-1-1 0,1 0 0,0 1 0,0-1 0,-1 1 0,1-1 0,0 1 0,-1-1 0,1 1 0,-1-1 0,1 1 0,-1-1 0,1 1 0,-1 0 0,1-1 0,-1 1 0,1 0 0,-1-1 0,1 1 0,-1 0 0,0 0 0,0-1 0,-25-15 0,13 12 0,-1 0 0,0 1 0,1 1 0,-1 0 0,0 1 0,0 1 0,0 0 0,0 1 0,0 0 0,0 1 0,1 1 0,-15 4 0,26-5 0,-1-1 0,1 1 0,-1 0 0,1 0 0,0 0 0,0 0 0,0 0 0,0 0 0,0 1 0,0-1 0,1 1 0,-1-1 0,1 1 0,0 0 0,0 0 0,0-1 0,0 1 0,0 0 0,1 0 0,-1 0 0,1 0 0,-1 0 0,1 0 0,0 0 0,1 0 0,-1 0 0,0 0 0,2 4 0,-2-3 0,1 0 0,0 0 0,0 0 0,0 0 0,1-1 0,-1 1 0,1 0 0,0-1 0,-1 1 0,2-1 0,-1 0 0,0 0 0,1 0 0,-1 0 0,1 0 0,0 0 0,0-1 0,0 1 0,1-1 0,-1 0 0,5 2 0,-3-2 0,1 0 0,0-1 0,0 0 0,0 0 0,0 0 0,0-1 0,0 0 0,0 0 0,0-1 0,-1 1 0,1-1 0,0-1 0,0 1 0,0-1 0,-1 0 0,1 0 0,-1 0 0,1-1 0,8-6 0,-7 4 0,-1 0 0,0-1 0,0 0 0,0 0 0,0 0 0,-1-1 0,0 1 0,0-1 0,-1-1 0,0 1 0,0 0 0,-1-1 0,4-12 0,2 3 0,-8 17 0,-1 0 0,1 0 0,-1 0 0,1 0 0,-1 0 0,0 0 0,1 0 0,-1 0 0,1 1 0,-1-1 0,0 0 0,1 0 0,-1 0 0,1 0 0,-1 1 0,0-1 0,1 0 0,-1 0 0,0 1 0,1-1 0,-1 0 0,0 1 0,0-1 0,1 0 0,-1 1 0,0-1 0,0 0 0,1 1 0,19 47 0,-6-13 0,-12-32 0,0-1 0,-1 1 0,1-1 0,1 1 0,-1-1 0,0 0 0,1 0 0,-1 0 0,1 0 0,-1-1 0,1 1 0,0-1 0,0 1 0,0-1 0,-1 0 0,1 0 0,1 0 0,-1-1 0,0 1 0,0-1 0,0 1 0,0-1 0,0 0 0,0 0 0,0-1 0,1 1 0,-1-1 0,0 1 0,0-1 0,0 0 0,0 0 0,4-3 0,4-2 0,0-2 0,0 1 0,0-2 0,-1 1 0,0-1 0,10-13 0,-5 8 0,1 0 0,0 2 0,25-16 0,-21 15 0,35-30 0,-48 38 0,-1 1 0,1-1 0,0 1 0,0 0 0,0 1 0,0 0 0,1 0 0,0 0 0,11-2 0,-17 5 0,0-1 0,-1 0 0,1 1 0,0 0 0,0-1 0,-1 1 0,1 0 0,0 0 0,0 0 0,-1 0 0,1 0 0,0 1 0,0-1 0,-1 0 0,1 1 0,0-1 0,-1 1 0,1 0 0,0-1 0,-1 1 0,1 0 0,-1 0 0,1 0 0,-1 0 0,0 0 0,1 1 0,-1-1 0,0 0 0,0 1 0,0-1 0,0 1 0,0-1 0,0 1 0,0-1 0,0 1 0,-1 0 0,1-1 0,-1 1 0,1 0 0,-1-1 0,1 1 0,-1 0 0,0 0 0,0-1 0,0 1 0,-1 3 0,1-4 0,0-1 0,0 0 0,0 0 0,0 0 0,0 1 0,0-1 0,0 0 0,0 0 0,0 1 0,0-1 0,0 0 0,0 0 0,0 1 0,0-1 0,0 0 0,-1 0 0,1 0 0,0 1 0,0-1 0,0 0 0,0 0 0,-1 0 0,1 0 0,0 1 0,0-1 0,0 0 0,-1 0 0,1 0 0,0 0 0,0 0 0,-1 0 0,1 0 0,0 0 0,0 0 0,-1 0 0,1 1 0,0-1 0,0 0 0,-1 0 0,1-1 0,0 1 0,-16-5 0,-18-18 0,28 19 0,-6-5 0,0 1 0,-1 0 0,0 1 0,0 0 0,-1 1 0,0 1 0,-23-6 0,35 11 0,1 0 0,-1 0 0,0 0 0,1 0 0,-1 1 0,0-1 0,1 1 0,-1 0 0,0-1 0,1 1 0,-1 0 0,1 0 0,-1 0 0,1 0 0,0 0 0,-1 0 0,1 0 0,0 0 0,0 1 0,0-1 0,0 0 0,0 1 0,0-1 0,0 1 0,0-1 0,1 1 0,-1-1 0,0 1 0,1 0 0,0-1 0,-1 1 0,1 0 0,0-1 0,0 1 0,0 0 0,0 1 0,-2 13 0,2 0 0,-1 0 0,3 16 0,0-15 0,-3-15 0,1 1 0,0 0 0,0-1 0,1 1 0,-1-1 0,0 1 0,1-1 0,-1 1 0,1-1 0,0 0 0,0 1 0,0-1 0,0 0 0,1 0 0,-1 1 0,0-1 0,1 0 0,0 0 0,-1 0 0,1-1 0,0 1 0,0 0 0,0-1 0,0 1 0,3 1 0,2-1 0,0 0 0,0-1 0,0 1 0,0-1 0,0-1 0,0 1 0,0-1 0,8-1 0,10 0 0,-3 1 0,1-1 0,-1-1 0,0-1 0,30-8 0,-45 9 0,0-1 0,-1 0 0,1 0 0,-1 0 0,1-1 0,-1 0 0,-1 0 0,1-1 0,0 1 0,-1-1 0,0-1 0,0 1 0,-1-1 0,1 1 0,-1-1 0,0 0 0,5-12 0,7-16 0,3-5 0,24-73 0,0 12 0,0-124 0,-40 212 0,0-1 0,1 0 0,1 1 0,0 0 0,0 0 0,2 0 0,7-11 0,20-45 0,-64 142 0,-19 54 0,43-110 0,-2 0 0,0 0 0,-18 27 0,18-31 0,0-1 0,1 1 0,0 0 0,1 1 0,0 0 0,-5 26 0,1 6 0,5-27 0,1 0 0,1 1 0,-1 25 0,4-40 0,0-1 0,0 0 0,1 0 0,0 0 0,0 0 0,0 0 0,0 0 0,1 0 0,0 0 0,0 0 0,0-1 0,1 1 0,0-1 0,-1 1 0,1-1 0,1 0 0,-1 0 0,5 3 0,-4-4 0,0 0 0,0-1 0,0 0 0,1 1 0,-1-2 0,1 1 0,0-1 0,-1 1 0,1-1 0,0 0 0,0-1 0,8 1 0,68-4 0,-40 0 0,-35 3 0,0-1 0,0 0 0,0-1 0,0 1 0,0-1 0,0 0 0,-1 0 0,1-1 0,-1 0 0,1 0 0,-1 0 0,8-7 0,6-6 0,32-35 0,-24 22 0,-22 23 0,0 0 0,0 0 0,-1 0 0,0-1 0,0 1 0,-1-1 0,0 0 0,0-1 0,-1 1 0,1 0 0,-1-1 0,-1 1 0,1-14 0,-5 81 0,6 98 0,-3-156 0,0-1 0,0 1 0,0-1 0,0 1 0,0 0 0,0-1 0,1 1 0,-1-1 0,0 1 0,1-1 0,0 1 0,-1-1 0,1 1 0,0-1 0,0 1 0,0-1 0,0 0 0,0 1 0,0-1 0,0 0 0,0 0 0,0 0 0,0 0 0,1 0 0,-1 0 0,1 0 0,-1-1 0,0 1 0,1 0 0,-1-1 0,1 1 0,0-1 0,-1 1 0,1-1 0,-1 0 0,1 0 0,0 0 0,-1 0 0,1 0 0,-1 0 0,1 0 0,0 0 0,-1-1 0,1 1 0,-1 0 0,3-2 0,2 0 0,1-1 0,0 0 0,-1 0 0,0 0 0,1-1 0,-2 0 0,1-1 0,0 1 0,5-7 0,12-11 0,36-27 0,-40 35 0,-1-1 0,0-1 0,-2 0 0,24-29 0,-36 38 0,0-1 0,-1 1 0,0-1 0,0 1 0,0-1 0,1-12 0,5-12 0,-9 92 0,-5-42-118,-5 35 367,10-51-307,0 0 1,-1-1-1,2 1 1,-1 0-1,0 0 1,0-1-1,1 1 1,-1 0-1,0-1 1,1 1-1,0 0 1,-1-1-1,1 1 0,0-1 1,0 1-1,0-1 1,0 1-1,0-1 1,0 0-1,0 0 1,1 1-1,-1-1 1,0 0-1,1 0 0,2 1 1,8 3-6769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www.utcluj.ro/universitatea/despre/regulamente/regulamente-studenti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752" y="804163"/>
            <a:ext cx="6339840" cy="3579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latin typeface="Calibri"/>
                <a:cs typeface="Calibri"/>
              </a:rPr>
              <a:t>Anexa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1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–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Declarație</a:t>
            </a:r>
            <a:r>
              <a:rPr sz="1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1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asumare</a:t>
            </a:r>
            <a:r>
              <a:rPr sz="1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autenticității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400">
              <a:latin typeface="Calibri"/>
              <a:cs typeface="Calibri"/>
            </a:endParaRPr>
          </a:p>
          <a:p>
            <a:pPr marL="12700" marR="322580" indent="10795">
              <a:lnSpc>
                <a:spcPct val="152300"/>
              </a:lnSpc>
              <a:spcBef>
                <a:spcPts val="5"/>
              </a:spcBef>
            </a:pPr>
            <a:r>
              <a:rPr sz="1100" i="1" dirty="0">
                <a:latin typeface="Calibri"/>
                <a:cs typeface="Calibri"/>
              </a:rPr>
              <a:t>Subsemnatul/a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.................Hada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Radu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Vasile..................,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student[ă]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grupa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....3........declar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proprie răspundere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că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toate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răspunsurile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soluțiile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furnizate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pentru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evaluarea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mea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cadrul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temei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evaluare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2</a:t>
            </a:r>
            <a:r>
              <a:rPr sz="1100" i="1" dirty="0">
                <a:latin typeface="Calibri"/>
                <a:cs typeface="Calibri"/>
              </a:rPr>
              <a:t> ”Realizarea</a:t>
            </a:r>
            <a:r>
              <a:rPr sz="1100" i="1" spc="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unei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aplicații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tehnologii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web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–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HTML,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CSS,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JS”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disciplina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Informatică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Aplicată,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anul</a:t>
            </a:r>
            <a:endParaRPr sz="1100">
              <a:latin typeface="Calibri"/>
              <a:cs typeface="Calibri"/>
            </a:endParaRPr>
          </a:p>
          <a:p>
            <a:pPr marL="12700" marR="109855">
              <a:lnSpc>
                <a:spcPct val="152700"/>
              </a:lnSpc>
            </a:pPr>
            <a:r>
              <a:rPr sz="1100" i="1" dirty="0">
                <a:latin typeface="Calibri"/>
                <a:cs typeface="Calibri"/>
              </a:rPr>
              <a:t>universitar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20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25-</a:t>
            </a:r>
            <a:r>
              <a:rPr sz="1100" i="1" dirty="0">
                <a:latin typeface="Calibri"/>
                <a:cs typeface="Calibri"/>
              </a:rPr>
              <a:t>2026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sunt</a:t>
            </a:r>
            <a:r>
              <a:rPr sz="1100" i="1" spc="-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furnizate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mine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conform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cunoștințelor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competențelor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proprii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prin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urmare </a:t>
            </a:r>
            <a:r>
              <a:rPr sz="1100" i="1" dirty="0">
                <a:latin typeface="Calibri"/>
                <a:cs typeface="Calibri"/>
              </a:rPr>
              <a:t>furnizează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soluție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unică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individuală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cerințele</a:t>
            </a:r>
            <a:r>
              <a:rPr sz="1100" i="1" spc="-10" dirty="0">
                <a:latin typeface="Calibri"/>
                <a:cs typeface="Calibri"/>
              </a:rPr>
              <a:t> formulate.</a:t>
            </a:r>
            <a:endParaRPr sz="1100">
              <a:latin typeface="Calibri"/>
              <a:cs typeface="Calibri"/>
            </a:endParaRPr>
          </a:p>
          <a:p>
            <a:pPr marL="25400" marR="5080" algn="just">
              <a:lnSpc>
                <a:spcPct val="152600"/>
              </a:lnSpc>
              <a:spcBef>
                <a:spcPts val="805"/>
              </a:spcBef>
            </a:pPr>
            <a:r>
              <a:rPr sz="1100" i="1" dirty="0">
                <a:latin typeface="Calibri"/>
                <a:cs typeface="Calibri"/>
              </a:rPr>
              <a:t>De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asemenea,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înțeleg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2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am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luat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cunoștință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că</a:t>
            </a:r>
            <a:r>
              <a:rPr sz="1100" i="1" spc="254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Universitatea</a:t>
            </a:r>
            <a:r>
              <a:rPr sz="1100" i="1" spc="2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Tehnică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din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Cluj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Napoca,</a:t>
            </a:r>
            <a:r>
              <a:rPr sz="1100" i="1" spc="27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Facultatea</a:t>
            </a:r>
            <a:r>
              <a:rPr sz="1100" i="1" spc="27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de </a:t>
            </a:r>
            <a:r>
              <a:rPr sz="1100" i="1" spc="-10" dirty="0">
                <a:latin typeface="Calibri"/>
                <a:cs typeface="Calibri"/>
              </a:rPr>
              <a:t>Electronică,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Telecomunicații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-10" dirty="0">
                <a:latin typeface="Calibri"/>
                <a:cs typeface="Calibri"/>
              </a:rPr>
              <a:t> Tehnologia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Informației și cadrele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didactice nu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promovează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plagiatul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orice</a:t>
            </a:r>
            <a:r>
              <a:rPr sz="1100" i="1" spc="-10" dirty="0">
                <a:latin typeface="Calibri"/>
                <a:cs typeface="Calibri"/>
              </a:rPr>
              <a:t> formă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consideră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că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studenții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depun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un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efort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acest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sens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prin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furnizarea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de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soluții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răspunsuri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individuale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cerințele </a:t>
            </a:r>
            <a:r>
              <a:rPr sz="1100" i="1" dirty="0">
                <a:latin typeface="Calibri"/>
                <a:cs typeface="Calibri"/>
              </a:rPr>
              <a:t>de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evaluare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individuală.</a:t>
            </a:r>
            <a:r>
              <a:rPr sz="1100" i="1" spc="3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Constatarea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abaterilor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și</a:t>
            </a:r>
            <a:r>
              <a:rPr sz="1100" i="1" spc="2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măsurilor</a:t>
            </a:r>
            <a:r>
              <a:rPr sz="1100" i="1" spc="3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impuse</a:t>
            </a:r>
            <a:r>
              <a:rPr sz="1100" i="1" spc="3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2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această</a:t>
            </a:r>
            <a:r>
              <a:rPr sz="1100" i="1" spc="29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situație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sunt</a:t>
            </a:r>
            <a:r>
              <a:rPr sz="1100" i="1" spc="30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cuprinse</a:t>
            </a:r>
            <a:r>
              <a:rPr sz="1100" i="1" spc="29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în </a:t>
            </a:r>
            <a:r>
              <a:rPr sz="1100" i="1" dirty="0">
                <a:latin typeface="Calibri"/>
                <a:cs typeface="Calibri"/>
              </a:rPr>
              <a:t>regulamentele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instituției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disponibile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la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adresa,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special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în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Regulamentul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ECTS: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sz="11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https://www.utcluj.ro/universitatea/despre/regulamente/regulamente-studenti/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6932" y="4832730"/>
            <a:ext cx="7372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Cluj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Napoca,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3316" y="4832730"/>
            <a:ext cx="6496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Semnătura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793" y="5191048"/>
            <a:ext cx="6642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10.12.2025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7751" y="5191048"/>
            <a:ext cx="48323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…………..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FD1397-AF21-8BE7-47AE-C09B5F9C95E3}"/>
                  </a:ext>
                </a:extLst>
              </p14:cNvPr>
              <p14:cNvContentPartPr/>
              <p14:nvPr/>
            </p14:nvContentPartPr>
            <p14:xfrm>
              <a:off x="5027806" y="5004941"/>
              <a:ext cx="1986840" cy="40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FD1397-AF21-8BE7-47AE-C09B5F9C95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1686" y="4998821"/>
                <a:ext cx="19990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457F99-2B7B-7BCB-BC65-7F47EFD2B72A}"/>
                  </a:ext>
                </a:extLst>
              </p14:cNvPr>
              <p14:cNvContentPartPr/>
              <p14:nvPr/>
            </p14:nvContentPartPr>
            <p14:xfrm>
              <a:off x="5847526" y="4935461"/>
              <a:ext cx="846360" cy="378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457F99-2B7B-7BCB-BC65-7F47EFD2B7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1406" y="4929341"/>
                <a:ext cx="858600" cy="39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Serban Meza</dc:creator>
  <cp:lastModifiedBy>Radu Vasile Hada</cp:lastModifiedBy>
  <cp:revision>1</cp:revision>
  <dcterms:created xsi:type="dcterms:W3CDTF">2025-12-10T14:21:41Z</dcterms:created>
  <dcterms:modified xsi:type="dcterms:W3CDTF">2025-12-10T14:22:23Z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2025-11-23T00:00:00Z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2025-12-10T00:00:00Z</vt:filetime>
  </property>
  <property fmtid="{D5CDD505-2E9C-101B-9397-08002B2CF9AE}" pid="5" name="MSIP_Label_5b58b62f-6f94-46bd-8089-18e64b0a9abb_ActionId">
    <vt:lpwstr>cbf97a4d-62d4-49d2-83b6-40c5cb10e31c</vt:lpwstr>
  </property>
  <property fmtid="{D5CDD505-2E9C-101B-9397-08002B2CF9AE}" pid="6" name="MSIP_Label_5b58b62f-6f94-46bd-8089-18e64b0a9abb_ContentBits">
    <vt:lpwstr>0</vt:lpwstr>
  </property>
  <property fmtid="{D5CDD505-2E9C-101B-9397-08002B2CF9AE}" pid="7" name="MSIP_Label_5b58b62f-6f94-46bd-8089-18e64b0a9abb_Enabled">
    <vt:lpwstr>true</vt:lpwstr>
  </property>
  <property fmtid="{D5CDD505-2E9C-101B-9397-08002B2CF9AE}" pid="8" name="MSIP_Label_5b58b62f-6f94-46bd-8089-18e64b0a9abb_Method">
    <vt:lpwstr>Standard</vt:lpwstr>
  </property>
  <property fmtid="{D5CDD505-2E9C-101B-9397-08002B2CF9AE}" pid="9" name="MSIP_Label_5b58b62f-6f94-46bd-8089-18e64b0a9abb_Name">
    <vt:lpwstr>defa4170-0d19-0005-0004-bc88714345d2</vt:lpwstr>
  </property>
  <property fmtid="{D5CDD505-2E9C-101B-9397-08002B2CF9AE}" pid="10" name="MSIP_Label_5b58b62f-6f94-46bd-8089-18e64b0a9abb_SetDate">
    <vt:lpwstr>2024-10-21T05:36:25Z</vt:lpwstr>
  </property>
  <property fmtid="{D5CDD505-2E9C-101B-9397-08002B2CF9AE}" pid="11" name="MSIP_Label_5b58b62f-6f94-46bd-8089-18e64b0a9abb_SiteId">
    <vt:lpwstr>a6eb79fa-c4a9-4cce-818d-b85274d15305</vt:lpwstr>
  </property>
  <property fmtid="{D5CDD505-2E9C-101B-9397-08002B2CF9AE}" pid="12" name="Producer">
    <vt:lpwstr>Microsoft® Word for Microsoft 365</vt:lpwstr>
  </property>
</Properties>
</file>